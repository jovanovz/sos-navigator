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1" r:id="rId5"/>
    <p:sldId id="262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6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19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15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45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31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99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9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5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5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25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30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95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45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26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157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2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AEE05B7-2E6A-47AF-BEFE-56C4A5D6A87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A4525EE-E571-4529-9D8A-BE2A442FD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021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EC0DC-0075-414C-93A1-7D56333C19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PROJEKTNA NALOGA </a:t>
            </a:r>
            <a:br>
              <a:rPr lang="en-US" dirty="0"/>
            </a:br>
            <a:r>
              <a:rPr lang="en-US" dirty="0"/>
              <a:t>- URVRV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4DE4C6-5B1E-4C69-A8FD-2FDEED5CD7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Hashbros</a:t>
            </a:r>
            <a:r>
              <a:rPr lang="en-US" dirty="0"/>
              <a:t>:</a:t>
            </a:r>
          </a:p>
          <a:p>
            <a:r>
              <a:rPr lang="en-US" dirty="0"/>
              <a:t>Zdravko </a:t>
            </a:r>
            <a:r>
              <a:rPr lang="en-US" dirty="0" err="1"/>
              <a:t>Jovanov</a:t>
            </a:r>
            <a:endParaRPr lang="en-US" dirty="0"/>
          </a:p>
          <a:p>
            <a:r>
              <a:rPr lang="en-US" dirty="0"/>
              <a:t>Martin </a:t>
            </a:r>
            <a:r>
              <a:rPr lang="en-US" dirty="0" err="1"/>
              <a:t>Kobal</a:t>
            </a:r>
            <a:endParaRPr lang="en-US" dirty="0"/>
          </a:p>
          <a:p>
            <a:r>
              <a:rPr lang="en-US" dirty="0"/>
              <a:t>Miha </a:t>
            </a:r>
            <a:r>
              <a:rPr lang="en-US" dirty="0" err="1"/>
              <a:t>Brunec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90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88946-34ED-47F3-B454-BF6B6AB2F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26423"/>
            <a:ext cx="5334001" cy="1371600"/>
          </a:xfrm>
        </p:spPr>
        <p:txBody>
          <a:bodyPr/>
          <a:lstStyle/>
          <a:p>
            <a:r>
              <a:rPr lang="en-US" dirty="0" err="1"/>
              <a:t>Primere</a:t>
            </a:r>
            <a:r>
              <a:rPr lang="en-US" dirty="0"/>
              <a:t> </a:t>
            </a:r>
            <a:r>
              <a:rPr lang="en-US" dirty="0" err="1"/>
              <a:t>vzorcev</a:t>
            </a:r>
            <a:endParaRPr lang="en-US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9AAB8F2-4999-4D64-8212-7C830E5CFD0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41410" y="2506785"/>
            <a:ext cx="533400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Cilj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projekta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zaznavanje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prometne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situacije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zastoj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podlagi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cestnega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prometa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uporablja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strojnega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učenja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zaznavanje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vozil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vhodnih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slikah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predstavlja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prometne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situacije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geografska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lokacija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zajema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(latitude, longitude).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Obdelava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strežniški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(Flask),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rezultat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 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vrne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odjemalcu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Android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aplikaciji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A31C176-15CF-4600-837B-05CEF55AF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941" y="285229"/>
            <a:ext cx="3043351" cy="30433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49CD7B-44C9-43B5-B800-F615297E64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644" y="3382825"/>
            <a:ext cx="3189946" cy="318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430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5D878-2250-49DD-86C6-93F581AD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 </a:t>
            </a:r>
            <a:r>
              <a:rPr lang="en-US" dirty="0" err="1"/>
              <a:t>ucenja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DA67E-9A92-4B3F-9DC1-6C0168E14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E36388E-D280-4979-8497-40C610850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6371" y="191561"/>
            <a:ext cx="1279837" cy="647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25EA6-0E17-4058-A45B-451BFE69E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DIAgram</a:t>
            </a:r>
            <a:r>
              <a:rPr lang="en-US" dirty="0"/>
              <a:t> </a:t>
            </a:r>
            <a:r>
              <a:rPr lang="en-US" dirty="0" err="1"/>
              <a:t>zaznavanja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96CAC-6804-4CCA-A52E-DBF16262D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FD16FB-F6E0-4D78-A28D-B15F815A6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952" y="0"/>
            <a:ext cx="11141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12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CE5F-C098-4366-A617-4EA297F5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 </a:t>
            </a:r>
            <a:r>
              <a:rPr lang="en-US" dirty="0" err="1"/>
              <a:t>celotne</a:t>
            </a:r>
            <a:r>
              <a:rPr lang="en-US" dirty="0"/>
              <a:t> </a:t>
            </a:r>
            <a:r>
              <a:rPr lang="en-US" dirty="0" err="1"/>
              <a:t>integracije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701CC-C0FA-44AB-9389-CD0AB6C1E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D4D98F-B0B8-4D60-AB98-956504D1E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031" y="0"/>
            <a:ext cx="11636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8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C5EB-3A6D-4221-A7D1-DA713B60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GRAFI </a:t>
            </a:r>
            <a:r>
              <a:rPr lang="en-US" dirty="0" err="1"/>
              <a:t>ucenja</a:t>
            </a:r>
            <a:r>
              <a:rPr lang="en-US" dirty="0"/>
              <a:t>/</a:t>
            </a:r>
            <a:r>
              <a:rPr lang="en-US" dirty="0" err="1"/>
              <a:t>testiranja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B142F9-40E2-486D-AA9B-8E99FDC31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926" y="2074914"/>
            <a:ext cx="8346971" cy="4173486"/>
          </a:xfrm>
        </p:spPr>
      </p:pic>
    </p:spTree>
    <p:extLst>
      <p:ext uri="{BB962C8B-B14F-4D97-AF65-F5344CB8AC3E}">
        <p14:creationId xmlns:p14="http://schemas.microsoft.com/office/powerpoint/2010/main" val="1954248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4E03-47C4-47D2-B314-8FBC46AFB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Integracija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16C41-EB4B-4D05-965F-EA1E624B2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Untitled video - Made with Clipchamp (6)">
            <a:hlinkClick r:id="" action="ppaction://media"/>
            <a:extLst>
              <a:ext uri="{FF2B5EF4-FFF2-40B4-BE49-F238E27FC236}">
                <a16:creationId xmlns:a16="http://schemas.microsoft.com/office/drawing/2014/main" id="{2E7BF0EC-6191-4AD2-A7C9-206DB83908ED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103813" y="1528763"/>
            <a:ext cx="5943600" cy="3343275"/>
          </a:xfrm>
        </p:spPr>
      </p:pic>
    </p:spTree>
    <p:extLst>
      <p:ext uri="{BB962C8B-B14F-4D97-AF65-F5344CB8AC3E}">
        <p14:creationId xmlns:p14="http://schemas.microsoft.com/office/powerpoint/2010/main" val="332556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3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224</TotalTime>
  <Words>94</Words>
  <Application>Microsoft Office PowerPoint</Application>
  <PresentationFormat>Widescreen</PresentationFormat>
  <Paragraphs>17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Mesh</vt:lpstr>
      <vt:lpstr>PROJEKTNA NALOGA  - URVRV</vt:lpstr>
      <vt:lpstr>Primere vzorcev</vt:lpstr>
      <vt:lpstr>Diagram ucenja</vt:lpstr>
      <vt:lpstr>DIAgram zaznavanja</vt:lpstr>
      <vt:lpstr>Diagram celotne integracije</vt:lpstr>
      <vt:lpstr>GRAFI ucenja/testiranja</vt:lpstr>
      <vt:lpstr>Integracija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URVRV</dc:title>
  <dc:creator>zdravkojovanov3011@outlook.com</dc:creator>
  <cp:lastModifiedBy>zdravkojovanov3011@outlook.com</cp:lastModifiedBy>
  <cp:revision>8</cp:revision>
  <dcterms:created xsi:type="dcterms:W3CDTF">2026-01-16T23:29:26Z</dcterms:created>
  <dcterms:modified xsi:type="dcterms:W3CDTF">2026-01-21T19:15:24Z</dcterms:modified>
</cp:coreProperties>
</file>